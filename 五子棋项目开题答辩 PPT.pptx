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F4041C-C646-D565-F986-F15F1F9E8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681CB5-4264-5054-AE25-AFF0CEFDA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509AB-13BF-9A90-F97B-554BED80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A19E9E-48D4-601B-5BB4-EB8FEE07E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27E6CC-332A-FD32-28FF-98143B2B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69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A6CE9-5598-F276-CBB3-67C9B5B23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3E5DD-D98D-745D-D521-A57FB162B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93A3D0-75E4-0233-5536-12A3BE323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E60D0B-6AAB-88D9-8B2C-42B6ADD0B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07D73-1530-E938-BDF7-8F5F3440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2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469392-D6EB-9BE1-CB39-BE6E1839F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0A391-6B51-8DCC-63E3-518DD6B5F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6F280-360E-2658-F30B-FE89DB508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A9C37-2BFB-5F95-6BCF-A895A296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A8FCC9-633B-E1F9-06EF-BFEB1C2C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73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C6045-9C8F-6288-B3B1-1D15D1A8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9FC14B-4978-2331-3765-9DA2E2D0E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ACCBCC-8C0B-687C-43EB-3F68598EC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523641-19DF-12D3-20D3-B6D66522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2F8433-A0BB-D692-5D93-C9E87AE6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130AD1-16DA-1E4E-A784-496DDAD0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06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69BC1-213E-8091-78F0-31996DE9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9E8746-82C9-A28A-075F-C9DE85D4C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D8578-60A3-F17C-2EA4-A567B0DF5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F07021-1BD5-FD73-B9C0-6F729E4F7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0D7D19-39D9-EBBB-C700-12616F5C3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F99BD9-27FD-1402-D78A-3DF05A92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E57D56-6ECF-F6DA-282E-71A84E0E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C251E60-699D-D365-9CB3-DBC4A1BD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78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30B77A-E0F0-5B8C-591F-B1847E1B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DF31E3-41AD-AA59-F773-3983A1E6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2AA52D-DFB7-00C0-74C3-2DCC73B5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AF2268D-907C-F566-54D6-676E50EB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99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63EC4F-6C63-3AC4-C36A-5AC27FAE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9399FD-AE0F-D3BA-1491-8213A479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F3CD7-4F99-4E93-9E56-906DDA41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1D02D-571B-97F3-FB5C-9FD89806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EB495-5D2A-BB1B-BC07-9E42E7ABC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AF954-C589-5880-749F-5F38CAC4F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D57F33-C661-9535-B5D4-449B5580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0E372B-C1CD-4A88-7BF7-C1349455E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9FF6F0-F774-D354-E892-47DFF20B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8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DC657-71FB-0C60-210E-40205D4B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9ECE79-DB7F-22DB-671A-313284289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D96F40-F3E7-26E6-25FF-9B4DBEB89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6A1F2E-6635-FD5C-40C9-F783B979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1379C9-2FFC-EA5F-06EF-08F2C3F4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D8A4E-1AE7-3FA0-CDD4-46647875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52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54E1A-E2D0-4328-8C5A-B7BDE5D4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30802F-70CB-466A-EF8E-E91A2B9A9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DB1C2A-E199-1B7D-D6A5-53081BCD5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152DC-9611-BC42-415C-22DC5F637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A5EFC-7ABD-4042-03DA-7E3CC7EC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2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F4D579-8EB2-E20E-A3C1-9B4B8007D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242059-6DCC-AC02-F302-4A851CE17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7575A1-5D3F-1526-29C0-BDF7005A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F7E65-5D1D-3B4C-0647-8A5645CD8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269249-6EB7-5DDE-F843-ED2F6DAC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36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CDB71-A177-A470-658A-1FD94044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874236-99E5-D4D7-FA2E-E0DF64349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714CAA-6D5D-402C-9CA3-F285B75B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9DD181-373B-5634-4DEE-027E99E2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6CE42-DFB0-667B-CBC4-CC525631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01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F01C6C-A942-32B1-875E-D700EB52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DDEE99-E6AF-2FB2-C50B-DCD0C75C9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28F344-E8F1-B7AE-1EA0-C2B0DE2D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64A1A-527D-4C40-ACEF-A8F8768C64C4}" type="datetimeFigureOut">
              <a:rPr lang="zh-CN" altLang="en-US" smtClean="0"/>
              <a:t>2026/8/29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627C87-AFC2-4923-A707-0EEC42299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512B82-317F-9053-5400-C32DB1B8A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09F7A-2F77-4D8A-AE57-B702290BDC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C704F-73F5-B1CD-DBD6-00A491A9D8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五子棋游戏设计与实现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3B3FC8-AF4E-E2C8-E85C-9DD4CFE76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/>
              <a:t>基于 </a:t>
            </a:r>
            <a:r>
              <a:rPr lang="en-US" altLang="zh-CN"/>
              <a:t>C++ Qt </a:t>
            </a:r>
            <a:r>
              <a:rPr lang="zh-CN" altLang="en-US"/>
              <a:t>的面向对象桌面应用开发
</a:t>
            </a:r>
            <a:r>
              <a:rPr lang="en-US" altLang="zh-CN"/>
              <a:t>《</a:t>
            </a:r>
            <a:r>
              <a:rPr lang="zh-CN" altLang="en-US"/>
              <a:t>软件设计</a:t>
            </a:r>
            <a:r>
              <a:rPr lang="en-US" altLang="zh-CN"/>
              <a:t>》</a:t>
            </a:r>
            <a:r>
              <a:rPr lang="zh-CN" altLang="en-US"/>
              <a:t>课程项目开题汇报
</a:t>
            </a:r>
            <a:r>
              <a:rPr lang="en-US" altLang="zh-CN"/>
              <a:t>[</a:t>
            </a:r>
            <a:r>
              <a:rPr lang="zh-CN" altLang="en-US"/>
              <a:t>组员姓名待填写</a:t>
            </a:r>
            <a:r>
              <a:rPr lang="en-US" altLang="zh-CN"/>
              <a:t>]
2026 </a:t>
            </a:r>
            <a:r>
              <a:rPr lang="zh-CN" altLang="en-US"/>
              <a:t>年 </a:t>
            </a:r>
            <a:r>
              <a:rPr lang="en-US" altLang="zh-CN"/>
              <a:t>9 </a:t>
            </a:r>
            <a:r>
              <a:rPr lang="zh-CN" altLang="en-US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95115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AE590-8871-A239-740C-6ED39945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为什么选择五子棋？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9388B7-7261-9226-B923-D7D686A82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/>
              <a:t>选题背景与课程契合度
</a:t>
            </a:r>
            <a:r>
              <a:rPr lang="en-US" altLang="zh-CN"/>
              <a:t>• </a:t>
            </a:r>
            <a:r>
              <a:rPr lang="zh-CN" altLang="en-US"/>
              <a:t>规则清晰：五子棋游戏规则简单明确，便于聚焦软件设计本身
</a:t>
            </a:r>
            <a:r>
              <a:rPr lang="en-US" altLang="zh-CN"/>
              <a:t>• </a:t>
            </a:r>
            <a:r>
              <a:rPr lang="zh-CN" altLang="en-US"/>
              <a:t>交互完整：包含完整的用户交互流程和状态管理
</a:t>
            </a:r>
            <a:r>
              <a:rPr lang="en-US" altLang="zh-CN"/>
              <a:t>• </a:t>
            </a:r>
            <a:r>
              <a:rPr lang="zh-CN" altLang="en-US"/>
              <a:t>技术覆盖：涵盖数据管理、规则判断、</a:t>
            </a:r>
            <a:r>
              <a:rPr lang="en-US" altLang="zh-CN"/>
              <a:t>GUI </a:t>
            </a:r>
            <a:r>
              <a:rPr lang="zh-CN" altLang="en-US"/>
              <a:t>设计、事件驱动
</a:t>
            </a:r>
            <a:r>
              <a:rPr lang="en-US" altLang="zh-CN"/>
              <a:t>• </a:t>
            </a:r>
            <a:r>
              <a:rPr lang="zh-CN" altLang="en-US"/>
              <a:t>适合教学：实践面向对象程序设计的理想载体
</a:t>
            </a:r>
            <a:r>
              <a:rPr lang="en-US" altLang="zh-CN"/>
              <a:t>• </a:t>
            </a:r>
            <a:r>
              <a:rPr lang="zh-CN" altLang="en-US"/>
              <a:t>扩展性强：可延伸至 </a:t>
            </a:r>
            <a:r>
              <a:rPr lang="en-US" altLang="zh-CN"/>
              <a:t>AI </a:t>
            </a:r>
            <a:r>
              <a:rPr lang="zh-CN" altLang="en-US"/>
              <a:t>对战、网络功能、棋谱管理等
核心目标：通过一个规则明确但功能完整的桌面游戏，实现从需求分析、面向对象建模、</a:t>
            </a:r>
            <a:r>
              <a:rPr lang="en-US" altLang="zh-CN"/>
              <a:t>GUI </a:t>
            </a:r>
            <a:r>
              <a:rPr lang="zh-CN" altLang="en-US"/>
              <a:t>开发到测试与迭代的软件设计全过程。</a:t>
            </a:r>
          </a:p>
        </p:txBody>
      </p:sp>
    </p:spTree>
    <p:extLst>
      <p:ext uri="{BB962C8B-B14F-4D97-AF65-F5344CB8AC3E}">
        <p14:creationId xmlns:p14="http://schemas.microsoft.com/office/powerpoint/2010/main" val="111716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33F8E-F628-389C-4529-7089D247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需求分析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80321-86E8-706D-24C8-846F586F2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zh-CN" altLang="en-US"/>
              <a:t>用户需求 → 系统功能
</a:t>
            </a:r>
            <a:r>
              <a:rPr lang="en-US" altLang="zh-CN"/>
              <a:t>【</a:t>
            </a:r>
            <a:r>
              <a:rPr lang="zh-CN" altLang="en-US"/>
              <a:t>用户需求</a:t>
            </a:r>
            <a:r>
              <a:rPr lang="en-US" altLang="zh-CN"/>
              <a:t>】
• </a:t>
            </a:r>
            <a:r>
              <a:rPr lang="zh-CN" altLang="en-US"/>
              <a:t>开始</a:t>
            </a:r>
            <a:r>
              <a:rPr lang="en-US" altLang="zh-CN"/>
              <a:t>/</a:t>
            </a:r>
            <a:r>
              <a:rPr lang="zh-CN" altLang="en-US"/>
              <a:t>结束游戏
</a:t>
            </a:r>
            <a:r>
              <a:rPr lang="en-US" altLang="zh-CN"/>
              <a:t>• </a:t>
            </a:r>
            <a:r>
              <a:rPr lang="zh-CN" altLang="en-US"/>
              <a:t>棋盘清晰显示 </a:t>
            </a:r>
            <a:r>
              <a:rPr lang="en-US" altLang="zh-CN"/>
              <a:t>15×15 </a:t>
            </a:r>
            <a:r>
              <a:rPr lang="zh-CN" altLang="en-US"/>
              <a:t>网格
</a:t>
            </a:r>
            <a:r>
              <a:rPr lang="en-US" altLang="zh-CN"/>
              <a:t>• </a:t>
            </a:r>
            <a:r>
              <a:rPr lang="zh-CN" altLang="en-US"/>
              <a:t>鼠标点击落子
</a:t>
            </a:r>
            <a:r>
              <a:rPr lang="en-US" altLang="zh-CN"/>
              <a:t>• </a:t>
            </a:r>
            <a:r>
              <a:rPr lang="zh-CN" altLang="en-US"/>
              <a:t>黑白棋子交替
</a:t>
            </a:r>
            <a:r>
              <a:rPr lang="en-US" altLang="zh-CN"/>
              <a:t>• </a:t>
            </a:r>
            <a:r>
              <a:rPr lang="zh-CN" altLang="en-US"/>
              <a:t>胜负判断提示
</a:t>
            </a:r>
            <a:r>
              <a:rPr lang="en-US" altLang="zh-CN"/>
              <a:t>• </a:t>
            </a:r>
            <a:r>
              <a:rPr lang="zh-CN" altLang="en-US"/>
              <a:t>悔棋功能
</a:t>
            </a:r>
            <a:r>
              <a:rPr lang="en-US" altLang="zh-CN"/>
              <a:t>• </a:t>
            </a:r>
            <a:r>
              <a:rPr lang="zh-CN" altLang="en-US"/>
              <a:t>重新开始游戏
</a:t>
            </a:r>
            <a:r>
              <a:rPr lang="en-US" altLang="zh-CN"/>
              <a:t>【</a:t>
            </a:r>
            <a:r>
              <a:rPr lang="zh-CN" altLang="en-US"/>
              <a:t>系统功能</a:t>
            </a:r>
            <a:r>
              <a:rPr lang="en-US" altLang="zh-CN"/>
              <a:t>】
✅ </a:t>
            </a:r>
            <a:r>
              <a:rPr lang="zh-CN" altLang="en-US"/>
              <a:t>棋盘初始化与显示
✅ 落子合法性检查（边界、重复）
✅ 回合自动切换
✅ 五子连珠判断（横、竖、斜）
✅ 胜负判定与游戏结束管理
✅ 悔棋与重新开始
✅ 当前玩家与状态显示</a:t>
            </a:r>
          </a:p>
        </p:txBody>
      </p:sp>
    </p:spTree>
    <p:extLst>
      <p:ext uri="{BB962C8B-B14F-4D97-AF65-F5344CB8AC3E}">
        <p14:creationId xmlns:p14="http://schemas.microsoft.com/office/powerpoint/2010/main" val="177138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FA484-C395-4966-146D-5EC78F43E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系统总体架构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3C26C1-73DA-A318-D077-AAD021395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zh-CN" altLang="en-US"/>
              <a:t>分层架构设计
┌─────────────────────┐
│   </a:t>
            </a:r>
            <a:r>
              <a:rPr lang="en-US" altLang="zh-CN"/>
              <a:t>MainWindow      │ ← UI </a:t>
            </a:r>
            <a:r>
              <a:rPr lang="zh-CN" altLang="en-US"/>
              <a:t>层 </a:t>
            </a:r>
            <a:r>
              <a:rPr lang="en-US" altLang="zh-CN"/>
              <a:t>(Qt Widgets)
│ (</a:t>
            </a:r>
            <a:r>
              <a:rPr lang="zh-CN" altLang="en-US"/>
              <a:t>主窗口</a:t>
            </a:r>
            <a:r>
              <a:rPr lang="en-US" altLang="zh-CN"/>
              <a:t>/</a:t>
            </a:r>
            <a:r>
              <a:rPr lang="zh-CN" altLang="en-US"/>
              <a:t>菜单</a:t>
            </a:r>
            <a:r>
              <a:rPr lang="en-US" altLang="zh-CN"/>
              <a:t>/</a:t>
            </a:r>
            <a:r>
              <a:rPr lang="zh-CN" altLang="en-US"/>
              <a:t>控制</a:t>
            </a:r>
            <a:r>
              <a:rPr lang="en-US" altLang="zh-CN"/>
              <a:t>) │
├─────────────────────┤
│   BoardWidget     │ ← </a:t>
            </a:r>
            <a:r>
              <a:rPr lang="zh-CN" altLang="en-US"/>
              <a:t>显示层 </a:t>
            </a:r>
            <a:r>
              <a:rPr lang="en-US" altLang="zh-CN"/>
              <a:t>(</a:t>
            </a:r>
            <a:r>
              <a:rPr lang="zh-CN" altLang="en-US"/>
              <a:t>棋盘可视化</a:t>
            </a:r>
            <a:r>
              <a:rPr lang="en-US" altLang="zh-CN"/>
              <a:t>)
│  (</a:t>
            </a:r>
            <a:r>
              <a:rPr lang="zh-CN" altLang="en-US"/>
              <a:t>绘制</a:t>
            </a:r>
            <a:r>
              <a:rPr lang="en-US" altLang="zh-CN"/>
              <a:t>/</a:t>
            </a:r>
            <a:r>
              <a:rPr lang="zh-CN" altLang="en-US"/>
              <a:t>鼠标事件</a:t>
            </a:r>
            <a:r>
              <a:rPr lang="en-US" altLang="zh-CN"/>
              <a:t>)   │
├─────────────────────┤
│      Game         │ ← </a:t>
            </a:r>
            <a:r>
              <a:rPr lang="zh-CN" altLang="en-US"/>
              <a:t>游戏逻辑层
│ </a:t>
            </a:r>
            <a:r>
              <a:rPr lang="en-US" altLang="zh-CN"/>
              <a:t>(</a:t>
            </a:r>
            <a:r>
              <a:rPr lang="zh-CN" altLang="en-US"/>
              <a:t>规则</a:t>
            </a:r>
            <a:r>
              <a:rPr lang="en-US" altLang="zh-CN"/>
              <a:t>/</a:t>
            </a:r>
            <a:r>
              <a:rPr lang="zh-CN" altLang="en-US"/>
              <a:t>流程</a:t>
            </a:r>
            <a:r>
              <a:rPr lang="en-US" altLang="zh-CN"/>
              <a:t>/</a:t>
            </a:r>
            <a:r>
              <a:rPr lang="zh-CN" altLang="en-US"/>
              <a:t>状态</a:t>
            </a:r>
            <a:r>
              <a:rPr lang="en-US" altLang="zh-CN"/>
              <a:t>)   │
├─────────────────────┤
│      Board        │ ← </a:t>
            </a:r>
            <a:r>
              <a:rPr lang="zh-CN" altLang="en-US"/>
              <a:t>数据层
│ </a:t>
            </a:r>
            <a:r>
              <a:rPr lang="en-US" altLang="zh-CN"/>
              <a:t>(</a:t>
            </a:r>
            <a:r>
              <a:rPr lang="zh-CN" altLang="en-US"/>
              <a:t>棋盘状态</a:t>
            </a:r>
            <a:r>
              <a:rPr lang="en-US" altLang="zh-CN"/>
              <a:t>/</a:t>
            </a:r>
            <a:r>
              <a:rPr lang="zh-CN" altLang="en-US"/>
              <a:t>胜负</a:t>
            </a:r>
            <a:r>
              <a:rPr lang="en-US" altLang="zh-CN"/>
              <a:t>)    │
└─────────────────────┘
</a:t>
            </a:r>
            <a:r>
              <a:rPr lang="zh-CN" altLang="en-US"/>
              <a:t>设计原则：数据与显示分离、单一职责、封装</a:t>
            </a:r>
          </a:p>
        </p:txBody>
      </p:sp>
    </p:spTree>
    <p:extLst>
      <p:ext uri="{BB962C8B-B14F-4D97-AF65-F5344CB8AC3E}">
        <p14:creationId xmlns:p14="http://schemas.microsoft.com/office/powerpoint/2010/main" val="336923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A6FAB-829D-53F7-9568-37F2E0C3F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面向对象设计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B18C71-4EC2-99A6-645D-08B7339A9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zh-CN" altLang="en-US"/>
              <a:t>核心类与职责
</a:t>
            </a:r>
            <a:r>
              <a:rPr lang="en-US" altLang="zh-CN"/>
              <a:t>【</a:t>
            </a:r>
            <a:r>
              <a:rPr lang="zh-CN" altLang="en-US"/>
              <a:t>枚举类型</a:t>
            </a:r>
            <a:r>
              <a:rPr lang="en-US" altLang="zh-CN"/>
              <a:t>】
• ChessPiece: Empty, Black, White
• GameState: NotStarted, InProgress, Win, Draw
• PlayerType: Human, AI
【</a:t>
            </a:r>
            <a:r>
              <a:rPr lang="zh-CN" altLang="en-US"/>
              <a:t>核心类</a:t>
            </a:r>
            <a:r>
              <a:rPr lang="en-US" altLang="zh-CN"/>
              <a:t>】
• Board: </a:t>
            </a:r>
            <a:r>
              <a:rPr lang="zh-CN" altLang="en-US"/>
              <a:t>棋盘数据、落子管理、胜负判断
</a:t>
            </a:r>
            <a:r>
              <a:rPr lang="en-US" altLang="zh-CN"/>
              <a:t>• Game: </a:t>
            </a:r>
            <a:r>
              <a:rPr lang="zh-CN" altLang="en-US"/>
              <a:t>游戏流程、玩家切换、状态管理
</a:t>
            </a:r>
            <a:r>
              <a:rPr lang="en-US" altLang="zh-CN"/>
              <a:t>• BoardWidget: </a:t>
            </a:r>
            <a:r>
              <a:rPr lang="zh-CN" altLang="en-US"/>
              <a:t>棋盘绘制、鼠标事件处理
</a:t>
            </a:r>
            <a:r>
              <a:rPr lang="en-US" altLang="zh-CN"/>
              <a:t>• MainWindow: </a:t>
            </a:r>
            <a:r>
              <a:rPr lang="zh-CN" altLang="en-US"/>
              <a:t>主窗口、菜单、控制面板
</a:t>
            </a:r>
            <a:r>
              <a:rPr lang="en-US" altLang="zh-CN"/>
              <a:t>【</a:t>
            </a:r>
            <a:r>
              <a:rPr lang="zh-CN" altLang="en-US"/>
              <a:t>设计思想</a:t>
            </a:r>
            <a:r>
              <a:rPr lang="en-US" altLang="zh-CN"/>
              <a:t>】
✓ </a:t>
            </a:r>
            <a:r>
              <a:rPr lang="zh-CN" altLang="en-US"/>
              <a:t>封装：内部数据通过方法访问
✓ 单一职责：每类只负责明确职责
✓ 组合关系：</a:t>
            </a:r>
            <a:r>
              <a:rPr lang="en-US" altLang="zh-CN"/>
              <a:t>Game </a:t>
            </a:r>
            <a:r>
              <a:rPr lang="zh-CN" altLang="en-US"/>
              <a:t>包含 </a:t>
            </a:r>
            <a:r>
              <a:rPr lang="en-US" altLang="zh-CN"/>
              <a:t>Board</a:t>
            </a:r>
            <a:r>
              <a:rPr lang="zh-CN" altLang="en-US"/>
              <a:t>，</a:t>
            </a:r>
            <a:r>
              <a:rPr lang="en-US" altLang="zh-CN"/>
              <a:t>MainWindow </a:t>
            </a:r>
            <a:r>
              <a:rPr lang="zh-CN" altLang="en-US"/>
              <a:t>包含 </a:t>
            </a:r>
            <a:r>
              <a:rPr lang="en-US" altLang="zh-CN"/>
              <a:t>Game+BoardWidget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25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AA452-B01A-FA44-32DD-EC32CE9A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核心游戏逻辑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2DEEE1-DBBD-8778-2605-82DD9A466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CN" altLang="en-US"/>
              <a:t>落子流程
用户点击棋盘
    ↓
坐标转换 </a:t>
            </a:r>
            <a:r>
              <a:rPr lang="en-US" altLang="zh-CN"/>
              <a:t>(</a:t>
            </a:r>
            <a:r>
              <a:rPr lang="zh-CN" altLang="en-US"/>
              <a:t>像素→棋盘坐标</a:t>
            </a:r>
            <a:r>
              <a:rPr lang="en-US" altLang="zh-CN"/>
              <a:t>)
    ↓
</a:t>
            </a:r>
            <a:r>
              <a:rPr lang="zh-CN" altLang="en-US"/>
              <a:t>判断位置合法性 </a:t>
            </a:r>
            <a:r>
              <a:rPr lang="en-US" altLang="zh-CN"/>
              <a:t>(</a:t>
            </a:r>
            <a:r>
              <a:rPr lang="zh-CN" altLang="en-US"/>
              <a:t>边界</a:t>
            </a:r>
            <a:r>
              <a:rPr lang="en-US" altLang="zh-CN"/>
              <a:t>/</a:t>
            </a:r>
            <a:r>
              <a:rPr lang="zh-CN" altLang="en-US"/>
              <a:t>重复</a:t>
            </a:r>
            <a:r>
              <a:rPr lang="en-US" altLang="zh-CN"/>
              <a:t>)
    ↓
</a:t>
            </a:r>
            <a:r>
              <a:rPr lang="zh-CN" altLang="en-US"/>
              <a:t>放置棋子 </a:t>
            </a:r>
            <a:r>
              <a:rPr lang="en-US" altLang="zh-CN"/>
              <a:t>(Board.placePiece)
    ↓
</a:t>
            </a:r>
            <a:r>
              <a:rPr lang="zh-CN" altLang="en-US"/>
              <a:t>切换玩家 </a:t>
            </a:r>
            <a:r>
              <a:rPr lang="en-US" altLang="zh-CN"/>
              <a:t>(Game.switchPlayer)
    ↓
</a:t>
            </a:r>
            <a:r>
              <a:rPr lang="zh-CN" altLang="en-US"/>
              <a:t>检查胜负 </a:t>
            </a:r>
            <a:r>
              <a:rPr lang="en-US" altLang="zh-CN"/>
              <a:t>(Board.checkFiveInRow)
    ↓
</a:t>
            </a:r>
            <a:r>
              <a:rPr lang="zh-CN" altLang="en-US"/>
              <a:t>继续游戏 </a:t>
            </a:r>
            <a:r>
              <a:rPr lang="en-US" altLang="zh-CN"/>
              <a:t>/ </a:t>
            </a:r>
            <a:r>
              <a:rPr lang="zh-CN" altLang="en-US"/>
              <a:t>游戏结束
</a:t>
            </a:r>
            <a:r>
              <a:rPr lang="en-US" altLang="zh-CN"/>
              <a:t>【</a:t>
            </a:r>
            <a:r>
              <a:rPr lang="zh-CN" altLang="en-US"/>
              <a:t>五连判断算法</a:t>
            </a:r>
            <a:r>
              <a:rPr lang="en-US" altLang="zh-CN"/>
              <a:t>】
• </a:t>
            </a:r>
            <a:r>
              <a:rPr lang="zh-CN" altLang="en-US"/>
              <a:t>横向：</a:t>
            </a:r>
            <a:r>
              <a:rPr lang="en-US" altLang="zh-CN"/>
              <a:t>(0,1) </a:t>
            </a:r>
            <a:r>
              <a:rPr lang="zh-CN" altLang="en-US"/>
              <a:t>方向
</a:t>
            </a:r>
            <a:r>
              <a:rPr lang="en-US" altLang="zh-CN"/>
              <a:t>• </a:t>
            </a:r>
            <a:r>
              <a:rPr lang="zh-CN" altLang="en-US"/>
              <a:t>纵向：</a:t>
            </a:r>
            <a:r>
              <a:rPr lang="en-US" altLang="zh-CN"/>
              <a:t>(1,0) </a:t>
            </a:r>
            <a:r>
              <a:rPr lang="zh-CN" altLang="en-US"/>
              <a:t>方向
</a:t>
            </a:r>
            <a:r>
              <a:rPr lang="en-US" altLang="zh-CN"/>
              <a:t>• </a:t>
            </a:r>
            <a:r>
              <a:rPr lang="zh-CN" altLang="en-US"/>
              <a:t>主对角线：</a:t>
            </a:r>
            <a:r>
              <a:rPr lang="en-US" altLang="zh-CN"/>
              <a:t>(1,1) </a:t>
            </a:r>
            <a:r>
              <a:rPr lang="zh-CN" altLang="en-US"/>
              <a:t>方向
</a:t>
            </a:r>
            <a:r>
              <a:rPr lang="en-US" altLang="zh-CN"/>
              <a:t>• </a:t>
            </a:r>
            <a:r>
              <a:rPr lang="zh-CN" altLang="en-US"/>
              <a:t>副对角线：</a:t>
            </a:r>
            <a:r>
              <a:rPr lang="en-US" altLang="zh-CN"/>
              <a:t>(1,-1) </a:t>
            </a:r>
            <a:r>
              <a:rPr lang="zh-CN" altLang="en-US"/>
              <a:t>方向
</a:t>
            </a:r>
            <a:r>
              <a:rPr lang="en-US" altLang="zh-CN"/>
              <a:t>• </a:t>
            </a:r>
            <a:r>
              <a:rPr lang="zh-CN" altLang="en-US"/>
              <a:t>每个方向双向计数，≥</a:t>
            </a:r>
            <a:r>
              <a:rPr lang="en-US" altLang="zh-CN"/>
              <a:t>5 </a:t>
            </a:r>
            <a:r>
              <a:rPr lang="zh-CN" altLang="en-US"/>
              <a:t>则胜利</a:t>
            </a:r>
          </a:p>
        </p:txBody>
      </p:sp>
    </p:spTree>
    <p:extLst>
      <p:ext uri="{BB962C8B-B14F-4D97-AF65-F5344CB8AC3E}">
        <p14:creationId xmlns:p14="http://schemas.microsoft.com/office/powerpoint/2010/main" val="408992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94715-4EAD-8810-3914-A81D4AC0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Qt </a:t>
            </a:r>
            <a:r>
              <a:rPr lang="zh-CN" altLang="en-US"/>
              <a:t>可视化与技术路线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B7156E-5ADA-FD68-55F2-942F2B387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zh-CN" altLang="en-US"/>
              <a:t>技术栈
</a:t>
            </a:r>
            <a:r>
              <a:rPr lang="en-US" altLang="zh-CN"/>
              <a:t>C++17
  ↓ </a:t>
            </a:r>
            <a:r>
              <a:rPr lang="zh-CN" altLang="en-US"/>
              <a:t>面向对象设计
  ↓
</a:t>
            </a:r>
            <a:r>
              <a:rPr lang="en-US" altLang="zh-CN"/>
              <a:t>Qt Widgets (GUI </a:t>
            </a:r>
            <a:r>
              <a:rPr lang="zh-CN" altLang="en-US"/>
              <a:t>框架</a:t>
            </a:r>
            <a:r>
              <a:rPr lang="en-US" altLang="zh-CN"/>
              <a:t>)
  ↓ </a:t>
            </a:r>
            <a:r>
              <a:rPr lang="zh-CN" altLang="en-US"/>
              <a:t>自定义绘制 </a:t>
            </a:r>
            <a:r>
              <a:rPr lang="en-US" altLang="zh-CN"/>
              <a:t>(QPainter)
  ↓ </a:t>
            </a:r>
            <a:r>
              <a:rPr lang="zh-CN" altLang="en-US"/>
              <a:t>事件驱动 </a:t>
            </a:r>
            <a:r>
              <a:rPr lang="en-US" altLang="zh-CN"/>
              <a:t>(</a:t>
            </a:r>
            <a:r>
              <a:rPr lang="zh-CN" altLang="en-US"/>
              <a:t>鼠标</a:t>
            </a:r>
            <a:r>
              <a:rPr lang="en-US" altLang="zh-CN"/>
              <a:t>/</a:t>
            </a:r>
            <a:r>
              <a:rPr lang="zh-CN" altLang="en-US"/>
              <a:t>绘制事件</a:t>
            </a:r>
            <a:r>
              <a:rPr lang="en-US" altLang="zh-CN"/>
              <a:t>)
  ↓
CMake </a:t>
            </a:r>
            <a:r>
              <a:rPr lang="zh-CN" altLang="en-US"/>
              <a:t>构建系统
  ↓
</a:t>
            </a:r>
            <a:r>
              <a:rPr lang="en-US" altLang="zh-CN"/>
              <a:t>Git + Coding Agent </a:t>
            </a:r>
            <a:r>
              <a:rPr lang="zh-CN" altLang="en-US"/>
              <a:t>辅助开发
</a:t>
            </a:r>
            <a:r>
              <a:rPr lang="en-US" altLang="zh-CN"/>
              <a:t>【</a:t>
            </a:r>
            <a:r>
              <a:rPr lang="zh-CN" altLang="en-US"/>
              <a:t>为什么选择 </a:t>
            </a:r>
            <a:r>
              <a:rPr lang="en-US" altLang="zh-CN"/>
              <a:t>C++</a:t>
            </a:r>
            <a:r>
              <a:rPr lang="zh-CN" altLang="en-US"/>
              <a:t>？</a:t>
            </a:r>
            <a:r>
              <a:rPr lang="en-US" altLang="zh-CN"/>
              <a:t>】
• </a:t>
            </a:r>
            <a:r>
              <a:rPr lang="zh-CN" altLang="en-US"/>
              <a:t>与课程匹配，实践 </a:t>
            </a:r>
            <a:r>
              <a:rPr lang="en-US" altLang="zh-CN"/>
              <a:t>OOP
• </a:t>
            </a:r>
            <a:r>
              <a:rPr lang="zh-CN" altLang="en-US"/>
              <a:t>性能优秀，适合后续学习
</a:t>
            </a:r>
            <a:r>
              <a:rPr lang="en-US" altLang="zh-CN"/>
              <a:t>【</a:t>
            </a:r>
            <a:r>
              <a:rPr lang="zh-CN" altLang="en-US"/>
              <a:t>为什么选择 </a:t>
            </a:r>
            <a:r>
              <a:rPr lang="en-US" altLang="zh-CN"/>
              <a:t>Qt</a:t>
            </a:r>
            <a:r>
              <a:rPr lang="zh-CN" altLang="en-US"/>
              <a:t>？</a:t>
            </a:r>
            <a:r>
              <a:rPr lang="en-US" altLang="zh-CN"/>
              <a:t>】
• C++ </a:t>
            </a:r>
            <a:r>
              <a:rPr lang="zh-CN" altLang="en-US"/>
              <a:t>原生 </a:t>
            </a:r>
            <a:r>
              <a:rPr lang="en-US" altLang="zh-CN"/>
              <a:t>GUI </a:t>
            </a:r>
            <a:r>
              <a:rPr lang="zh-CN" altLang="en-US"/>
              <a:t>框架
</a:t>
            </a:r>
            <a:r>
              <a:rPr lang="en-US" altLang="zh-CN"/>
              <a:t>• </a:t>
            </a:r>
            <a:r>
              <a:rPr lang="zh-CN" altLang="en-US"/>
              <a:t>支持事件驱动和自定义绘制
</a:t>
            </a:r>
            <a:r>
              <a:rPr lang="en-US" altLang="zh-CN"/>
              <a:t>• </a:t>
            </a:r>
            <a:r>
              <a:rPr lang="zh-CN" altLang="en-US"/>
              <a:t>适合棋盘交互和界面开发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D26DD9-15CF-8420-1C63-1B93205970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3810000"/>
            <a:ext cx="5080000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5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438A3-1327-3A23-581E-2828DF8F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当前开发进展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FF29FE-A90B-F2FE-B2D1-04EADF5C8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/>
              <a:t>【</a:t>
            </a:r>
            <a:r>
              <a:rPr lang="zh-CN" altLang="en-US"/>
              <a:t>已完成</a:t>
            </a:r>
            <a:r>
              <a:rPr lang="en-US" altLang="zh-CN"/>
              <a:t>】✅
• </a:t>
            </a:r>
            <a:r>
              <a:rPr lang="zh-CN" altLang="en-US"/>
              <a:t>项目框架搭建
</a:t>
            </a:r>
            <a:r>
              <a:rPr lang="en-US" altLang="zh-CN"/>
              <a:t>• </a:t>
            </a:r>
            <a:r>
              <a:rPr lang="zh-CN" altLang="en-US"/>
              <a:t>核心游戏逻辑 </a:t>
            </a:r>
            <a:r>
              <a:rPr lang="en-US" altLang="zh-CN"/>
              <a:t>(Board/Game)
• Qt </a:t>
            </a:r>
            <a:r>
              <a:rPr lang="zh-CN" altLang="en-US"/>
              <a:t>界面实现 </a:t>
            </a:r>
            <a:r>
              <a:rPr lang="en-US" altLang="zh-CN"/>
              <a:t>(MainWindow/BoardWidget)
• 15×15 </a:t>
            </a:r>
            <a:r>
              <a:rPr lang="zh-CN" altLang="en-US"/>
              <a:t>棋盘绘制与显示
</a:t>
            </a:r>
            <a:r>
              <a:rPr lang="en-US" altLang="zh-CN"/>
              <a:t>• </a:t>
            </a:r>
            <a:r>
              <a:rPr lang="zh-CN" altLang="en-US"/>
              <a:t>鼠标点击落子功能
</a:t>
            </a:r>
            <a:r>
              <a:rPr lang="en-US" altLang="zh-CN"/>
              <a:t>• </a:t>
            </a:r>
            <a:r>
              <a:rPr lang="zh-CN" altLang="en-US"/>
              <a:t>胜负判断 </a:t>
            </a:r>
            <a:r>
              <a:rPr lang="en-US" altLang="zh-CN"/>
              <a:t>(</a:t>
            </a:r>
            <a:r>
              <a:rPr lang="zh-CN" altLang="en-US"/>
              <a:t>横、竖、斜</a:t>
            </a:r>
            <a:r>
              <a:rPr lang="en-US" altLang="zh-CN"/>
              <a:t>)
• </a:t>
            </a:r>
            <a:r>
              <a:rPr lang="zh-CN" altLang="en-US"/>
              <a:t>重新开始游戏
</a:t>
            </a:r>
            <a:r>
              <a:rPr lang="en-US" altLang="zh-CN"/>
              <a:t>• </a:t>
            </a:r>
            <a:r>
              <a:rPr lang="zh-CN" altLang="en-US"/>
              <a:t>悔棋功能
</a:t>
            </a:r>
            <a:r>
              <a:rPr lang="en-US" altLang="zh-CN"/>
              <a:t>• </a:t>
            </a:r>
            <a:r>
              <a:rPr lang="zh-CN" altLang="en-US"/>
              <a:t>状态显示与提示
</a:t>
            </a:r>
            <a:r>
              <a:rPr lang="en-US" altLang="zh-CN"/>
              <a:t>• </a:t>
            </a:r>
            <a:r>
              <a:rPr lang="zh-CN" altLang="en-US"/>
              <a:t>基础测试
</a:t>
            </a:r>
            <a:r>
              <a:rPr lang="en-US" altLang="zh-CN"/>
              <a:t>【</a:t>
            </a:r>
            <a:r>
              <a:rPr lang="zh-CN" altLang="en-US"/>
              <a:t>正在完善</a:t>
            </a:r>
            <a:r>
              <a:rPr lang="en-US" altLang="zh-CN"/>
              <a:t>】</a:t>
            </a:r>
            <a:r>
              <a:rPr lang="zh-CN" altLang="en-US"/>
              <a:t>🔄
</a:t>
            </a:r>
            <a:r>
              <a:rPr lang="en-US" altLang="zh-CN"/>
              <a:t>• </a:t>
            </a:r>
            <a:r>
              <a:rPr lang="zh-CN" altLang="en-US"/>
              <a:t>程序截图与文档
</a:t>
            </a:r>
            <a:r>
              <a:rPr lang="en-US" altLang="zh-CN"/>
              <a:t>• </a:t>
            </a:r>
            <a:r>
              <a:rPr lang="zh-CN" altLang="en-US"/>
              <a:t>开题 </a:t>
            </a:r>
            <a:r>
              <a:rPr lang="en-US" altLang="zh-CN"/>
              <a:t>PPT </a:t>
            </a:r>
            <a:r>
              <a:rPr lang="zh-CN" altLang="en-US"/>
              <a:t>制作
</a:t>
            </a:r>
            <a:r>
              <a:rPr lang="en-US" altLang="zh-CN"/>
              <a:t>【</a:t>
            </a:r>
            <a:r>
              <a:rPr lang="zh-CN" altLang="en-US"/>
              <a:t>后续计划</a:t>
            </a:r>
            <a:r>
              <a:rPr lang="en-US" altLang="zh-CN"/>
              <a:t>】</a:t>
            </a:r>
            <a:r>
              <a:rPr lang="zh-CN" altLang="en-US"/>
              <a:t>📋
</a:t>
            </a:r>
            <a:r>
              <a:rPr lang="en-US" altLang="zh-CN"/>
              <a:t>• AI </a:t>
            </a:r>
            <a:r>
              <a:rPr lang="zh-CN" altLang="en-US"/>
              <a:t>人机对战
</a:t>
            </a:r>
            <a:r>
              <a:rPr lang="en-US" altLang="zh-CN"/>
              <a:t>• </a:t>
            </a:r>
            <a:r>
              <a:rPr lang="zh-CN" altLang="en-US"/>
              <a:t>游戏计时器
</a:t>
            </a:r>
            <a:r>
              <a:rPr lang="en-US" altLang="zh-CN"/>
              <a:t>• </a:t>
            </a:r>
            <a:r>
              <a:rPr lang="zh-CN" altLang="en-US"/>
              <a:t>棋谱保存</a:t>
            </a:r>
            <a:r>
              <a:rPr lang="en-US" altLang="zh-CN"/>
              <a:t>/</a:t>
            </a:r>
            <a:r>
              <a:rPr lang="zh-CN" altLang="en-US"/>
              <a:t>加载
</a:t>
            </a:r>
            <a:r>
              <a:rPr lang="en-US" altLang="zh-CN"/>
              <a:t>• </a:t>
            </a:r>
            <a:r>
              <a:rPr lang="zh-CN" altLang="en-US"/>
              <a:t>界面美化与音效</a:t>
            </a:r>
          </a:p>
        </p:txBody>
      </p:sp>
    </p:spTree>
    <p:extLst>
      <p:ext uri="{BB962C8B-B14F-4D97-AF65-F5344CB8AC3E}">
        <p14:creationId xmlns:p14="http://schemas.microsoft.com/office/powerpoint/2010/main" val="3490638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FC7EE-21CA-7597-01D0-1014999A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项目特色与创新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7A7CD-D8C3-3F03-5A9D-59022A55D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altLang="zh-CN"/>
              <a:t>【</a:t>
            </a:r>
            <a:r>
              <a:rPr lang="zh-CN" altLang="en-US"/>
              <a:t>已实现特色</a:t>
            </a:r>
            <a:r>
              <a:rPr lang="en-US" altLang="zh-CN"/>
              <a:t>】
✓ </a:t>
            </a:r>
            <a:r>
              <a:rPr lang="zh-CN" altLang="en-US"/>
              <a:t>面向对象模块化设计
  </a:t>
            </a:r>
            <a:r>
              <a:rPr lang="en-US" altLang="zh-CN"/>
              <a:t>- Board/Game/Widget </a:t>
            </a:r>
            <a:r>
              <a:rPr lang="zh-CN" altLang="en-US"/>
              <a:t>职责清晰
✓ </a:t>
            </a:r>
            <a:r>
              <a:rPr lang="en-US" altLang="zh-CN"/>
              <a:t>GUI </a:t>
            </a:r>
            <a:r>
              <a:rPr lang="zh-CN" altLang="en-US"/>
              <a:t>与核心逻辑完全解耦
✓ 自定义棋盘绘制 </a:t>
            </a:r>
            <a:r>
              <a:rPr lang="en-US" altLang="zh-CN"/>
              <a:t>(</a:t>
            </a:r>
            <a:r>
              <a:rPr lang="zh-CN" altLang="en-US"/>
              <a:t>木质色 </a:t>
            </a:r>
            <a:r>
              <a:rPr lang="en-US" altLang="zh-CN"/>
              <a:t>+ </a:t>
            </a:r>
            <a:r>
              <a:rPr lang="zh-CN" altLang="en-US"/>
              <a:t>星位</a:t>
            </a:r>
            <a:r>
              <a:rPr lang="en-US" altLang="zh-CN"/>
              <a:t>)
✓ </a:t>
            </a:r>
            <a:r>
              <a:rPr lang="zh-CN" altLang="en-US"/>
              <a:t>最后一步红色标记
✓ 完整的状态管理
✓ 悔棋功能支持
✓ </a:t>
            </a:r>
            <a:r>
              <a:rPr lang="en-US" altLang="zh-CN"/>
              <a:t>Coding Agent </a:t>
            </a:r>
            <a:r>
              <a:rPr lang="zh-CN" altLang="en-US"/>
              <a:t>辅助开发
</a:t>
            </a:r>
            <a:r>
              <a:rPr lang="en-US" altLang="zh-CN"/>
              <a:t>【</a:t>
            </a:r>
            <a:r>
              <a:rPr lang="zh-CN" altLang="en-US"/>
              <a:t>后续创新计划</a:t>
            </a:r>
            <a:r>
              <a:rPr lang="en-US" altLang="zh-CN"/>
              <a:t>】
○ AI </a:t>
            </a:r>
            <a:r>
              <a:rPr lang="zh-CN" altLang="en-US"/>
              <a:t>人机对战 </a:t>
            </a:r>
            <a:r>
              <a:rPr lang="en-US" altLang="zh-CN"/>
              <a:t>(</a:t>
            </a:r>
            <a:r>
              <a:rPr lang="zh-CN" altLang="en-US"/>
              <a:t>启发式评估</a:t>
            </a:r>
            <a:r>
              <a:rPr lang="en-US" altLang="zh-CN"/>
              <a:t>)
○ </a:t>
            </a:r>
            <a:r>
              <a:rPr lang="zh-CN" altLang="en-US"/>
              <a:t>游戏计时器 </a:t>
            </a:r>
            <a:r>
              <a:rPr lang="en-US" altLang="zh-CN"/>
              <a:t>(</a:t>
            </a:r>
            <a:r>
              <a:rPr lang="zh-CN" altLang="en-US"/>
              <a:t>限时模式</a:t>
            </a:r>
            <a:r>
              <a:rPr lang="en-US" altLang="zh-CN"/>
              <a:t>)
○ </a:t>
            </a:r>
            <a:r>
              <a:rPr lang="zh-CN" altLang="en-US"/>
              <a:t>棋谱记录与 </a:t>
            </a:r>
            <a:r>
              <a:rPr lang="en-US" altLang="zh-CN"/>
              <a:t>SGF </a:t>
            </a:r>
            <a:r>
              <a:rPr lang="zh-CN" altLang="en-US"/>
              <a:t>导入导出
○ 棋盘主题切换
○ 落子音效与胜利动画
○ 网络对战模式</a:t>
            </a:r>
          </a:p>
        </p:txBody>
      </p:sp>
    </p:spTree>
    <p:extLst>
      <p:ext uri="{BB962C8B-B14F-4D97-AF65-F5344CB8AC3E}">
        <p14:creationId xmlns:p14="http://schemas.microsoft.com/office/powerpoint/2010/main" val="228831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0CFB1-BB1B-5402-CFFD-942471914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项目计划与团队分工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A2F0-3B3C-FE69-05E0-CADA230D2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/>
              <a:t>【</a:t>
            </a:r>
            <a:r>
              <a:rPr lang="zh-CN" altLang="en-US"/>
              <a:t>开发时间线</a:t>
            </a:r>
            <a:r>
              <a:rPr lang="en-US" altLang="zh-CN"/>
              <a:t>】
</a:t>
            </a:r>
            <a:r>
              <a:rPr lang="zh-CN" altLang="en-US"/>
              <a:t>需求分析 → 系统设计 → 核心功能 → </a:t>
            </a:r>
            <a:r>
              <a:rPr lang="en-US" altLang="zh-CN"/>
              <a:t>Qt </a:t>
            </a:r>
            <a:r>
              <a:rPr lang="zh-CN" altLang="en-US"/>
              <a:t>界面 → 功能扩展 → 测试完善 → 最终答辩
</a:t>
            </a:r>
            <a:r>
              <a:rPr lang="en-US" altLang="zh-CN"/>
              <a:t>【</a:t>
            </a:r>
            <a:r>
              <a:rPr lang="zh-CN" altLang="en-US"/>
              <a:t>团队分工</a:t>
            </a:r>
            <a:r>
              <a:rPr lang="en-US" altLang="zh-CN"/>
              <a:t>】(</a:t>
            </a:r>
            <a:r>
              <a:rPr lang="zh-CN" altLang="en-US"/>
              <a:t>提交前替换真实姓名</a:t>
            </a:r>
            <a:r>
              <a:rPr lang="en-US" altLang="zh-CN"/>
              <a:t>)
</a:t>
            </a:r>
            <a:r>
              <a:rPr lang="zh-CN" altLang="en-US"/>
              <a:t>成员 </a:t>
            </a:r>
            <a:r>
              <a:rPr lang="en-US" altLang="zh-CN"/>
              <a:t>A</a:t>
            </a:r>
            <a:r>
              <a:rPr lang="zh-CN" altLang="en-US"/>
              <a:t>：项目负责人
</a:t>
            </a:r>
            <a:r>
              <a:rPr lang="en-US" altLang="zh-CN"/>
              <a:t>• Game </a:t>
            </a:r>
            <a:r>
              <a:rPr lang="zh-CN" altLang="en-US"/>
              <a:t>类、</a:t>
            </a:r>
            <a:r>
              <a:rPr lang="en-US" altLang="zh-CN"/>
              <a:t>Board </a:t>
            </a:r>
            <a:r>
              <a:rPr lang="zh-CN" altLang="en-US"/>
              <a:t>类设计与实现
</a:t>
            </a:r>
            <a:r>
              <a:rPr lang="en-US" altLang="zh-CN"/>
              <a:t>• </a:t>
            </a:r>
            <a:r>
              <a:rPr lang="zh-CN" altLang="en-US"/>
              <a:t>核心游戏逻辑与规则判断
成员 </a:t>
            </a:r>
            <a:r>
              <a:rPr lang="en-US" altLang="zh-CN"/>
              <a:t>B</a:t>
            </a:r>
            <a:r>
              <a:rPr lang="zh-CN" altLang="en-US"/>
              <a:t>：</a:t>
            </a:r>
            <a:r>
              <a:rPr lang="en-US" altLang="zh-CN"/>
              <a:t>UI </a:t>
            </a:r>
            <a:r>
              <a:rPr lang="zh-CN" altLang="en-US"/>
              <a:t>开发
</a:t>
            </a:r>
            <a:r>
              <a:rPr lang="en-US" altLang="zh-CN"/>
              <a:t>• MainWindow </a:t>
            </a:r>
            <a:r>
              <a:rPr lang="zh-CN" altLang="en-US"/>
              <a:t>主窗口
</a:t>
            </a:r>
            <a:r>
              <a:rPr lang="en-US" altLang="zh-CN"/>
              <a:t>• BoardWidget </a:t>
            </a:r>
            <a:r>
              <a:rPr lang="zh-CN" altLang="en-US"/>
              <a:t>棋盘控件
成员 </a:t>
            </a:r>
            <a:r>
              <a:rPr lang="en-US" altLang="zh-CN"/>
              <a:t>C</a:t>
            </a:r>
            <a:r>
              <a:rPr lang="zh-CN" altLang="en-US"/>
              <a:t>：测试与文档
</a:t>
            </a:r>
            <a:r>
              <a:rPr lang="en-US" altLang="zh-CN"/>
              <a:t>• </a:t>
            </a:r>
            <a:r>
              <a:rPr lang="zh-CN" altLang="en-US"/>
              <a:t>功能测试用例
</a:t>
            </a:r>
            <a:r>
              <a:rPr lang="en-US" altLang="zh-CN"/>
              <a:t>• README </a:t>
            </a:r>
            <a:r>
              <a:rPr lang="zh-CN" altLang="en-US"/>
              <a:t>与技术文档
成员 </a:t>
            </a:r>
            <a:r>
              <a:rPr lang="en-US" altLang="zh-CN"/>
              <a:t>D</a:t>
            </a:r>
            <a:r>
              <a:rPr lang="zh-CN" altLang="en-US"/>
              <a:t>：构建与部署
</a:t>
            </a:r>
            <a:r>
              <a:rPr lang="en-US" altLang="zh-CN"/>
              <a:t>• CMakeLists.txt </a:t>
            </a:r>
            <a:r>
              <a:rPr lang="zh-CN" altLang="en-US"/>
              <a:t>配置
</a:t>
            </a:r>
            <a:r>
              <a:rPr lang="en-US" altLang="zh-CN"/>
              <a:t>• </a:t>
            </a:r>
            <a:r>
              <a:rPr lang="zh-CN" altLang="en-US"/>
              <a:t>环境搭建与部署
*课程要求：所有成员均参与编码*</a:t>
            </a:r>
          </a:p>
        </p:txBody>
      </p:sp>
    </p:spTree>
    <p:extLst>
      <p:ext uri="{BB962C8B-B14F-4D97-AF65-F5344CB8AC3E}">
        <p14:creationId xmlns:p14="http://schemas.microsoft.com/office/powerpoint/2010/main" val="1918783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623A1-EC45-5938-0000-7C30D9CF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 </a:t>
            </a:r>
            <a:r>
              <a:rPr lang="en-US" altLang="zh-CN"/>
              <a:t>/ Q&amp;A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8695D7-EDA0-157A-5DA8-5D4EE4842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/>
              <a:t>【</a:t>
            </a:r>
            <a:r>
              <a:rPr lang="zh-CN" altLang="en-US"/>
              <a:t>项目总结</a:t>
            </a:r>
            <a:r>
              <a:rPr lang="en-US" altLang="zh-CN"/>
              <a:t>】
• </a:t>
            </a:r>
            <a:r>
              <a:rPr lang="zh-CN" altLang="en-US"/>
              <a:t>完成了一个规则明确、功能完整的
  五子棋桌面应用程序
</a:t>
            </a:r>
            <a:r>
              <a:rPr lang="en-US" altLang="zh-CN"/>
              <a:t>• </a:t>
            </a:r>
            <a:r>
              <a:rPr lang="zh-CN" altLang="en-US"/>
              <a:t>实践了从需求分析到代码实现的
  完整软件设计过程
</a:t>
            </a:r>
            <a:r>
              <a:rPr lang="en-US" altLang="zh-CN"/>
              <a:t>• </a:t>
            </a:r>
            <a:r>
              <a:rPr lang="zh-CN" altLang="en-US"/>
              <a:t>运用面向对象思想进行模块化设计
</a:t>
            </a:r>
            <a:r>
              <a:rPr lang="en-US" altLang="zh-CN"/>
              <a:t>• </a:t>
            </a:r>
            <a:r>
              <a:rPr lang="zh-CN" altLang="en-US"/>
              <a:t>使用 </a:t>
            </a:r>
            <a:r>
              <a:rPr lang="en-US" altLang="zh-CN"/>
              <a:t>C++ Qt </a:t>
            </a:r>
            <a:r>
              <a:rPr lang="zh-CN" altLang="en-US"/>
              <a:t>实现 </a:t>
            </a:r>
            <a:r>
              <a:rPr lang="en-US" altLang="zh-CN"/>
              <a:t>GUI </a:t>
            </a:r>
            <a:r>
              <a:rPr lang="zh-CN" altLang="en-US"/>
              <a:t>交互
</a:t>
            </a:r>
            <a:r>
              <a:rPr lang="en-US" altLang="zh-CN"/>
              <a:t>• </a:t>
            </a:r>
            <a:r>
              <a:rPr lang="zh-CN" altLang="en-US"/>
              <a:t>为后续 </a:t>
            </a:r>
            <a:r>
              <a:rPr lang="en-US" altLang="zh-CN"/>
              <a:t>AI</a:t>
            </a:r>
            <a:r>
              <a:rPr lang="zh-CN" altLang="en-US"/>
              <a:t>、网络等功能预留接口
</a:t>
            </a:r>
            <a:r>
              <a:rPr lang="en-US" altLang="zh-CN"/>
              <a:t>【</a:t>
            </a:r>
            <a:r>
              <a:rPr lang="zh-CN" altLang="en-US"/>
              <a:t>致谢</a:t>
            </a:r>
            <a:r>
              <a:rPr lang="en-US" altLang="zh-CN"/>
              <a:t>】
</a:t>
            </a:r>
            <a:r>
              <a:rPr lang="zh-CN" altLang="en-US"/>
              <a:t>感谢</a:t>
            </a:r>
            <a:r>
              <a:rPr lang="en-US" altLang="zh-CN"/>
              <a:t>《</a:t>
            </a:r>
            <a:r>
              <a:rPr lang="zh-CN" altLang="en-US"/>
              <a:t>软件设计</a:t>
            </a:r>
            <a:r>
              <a:rPr lang="en-US" altLang="zh-CN"/>
              <a:t>》</a:t>
            </a:r>
            <a:r>
              <a:rPr lang="zh-CN" altLang="en-US"/>
              <a:t>课程提供的实践机会！
</a:t>
            </a:r>
            <a:r>
              <a:rPr lang="en-US" altLang="zh-CN"/>
              <a:t>THANK YOU FOR LISTENING
</a:t>
            </a:r>
            <a:r>
              <a:rPr lang="zh-CN" altLang="en-US"/>
              <a:t>欢迎老师批评指正！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53481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1822</Words>
  <Application>Microsoft Office PowerPoint</Application>
  <PresentationFormat>宽屏</PresentationFormat>
  <Paragraphs>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等线 Light</vt:lpstr>
      <vt:lpstr>Arial</vt:lpstr>
      <vt:lpstr>Office 主题​​</vt:lpstr>
      <vt:lpstr>五子棋游戏设计与实现</vt:lpstr>
      <vt:lpstr>为什么选择五子棋？</vt:lpstr>
      <vt:lpstr>需求分析</vt:lpstr>
      <vt:lpstr>系统总体架构</vt:lpstr>
      <vt:lpstr>面向对象设计</vt:lpstr>
      <vt:lpstr>核心游戏逻辑</vt:lpstr>
      <vt:lpstr>Qt 可视化与技术路线</vt:lpstr>
      <vt:lpstr>当前开发进展</vt:lpstr>
      <vt:lpstr>项目特色与创新</vt:lpstr>
      <vt:lpstr>项目计划与团队分工</vt:lpstr>
      <vt:lpstr>总结 /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益嘉 张</dc:creator>
  <cp:lastModifiedBy>益嘉 张</cp:lastModifiedBy>
  <cp:revision>4</cp:revision>
  <dcterms:created xsi:type="dcterms:W3CDTF">2026-08-29T15:48:33Z</dcterms:created>
  <dcterms:modified xsi:type="dcterms:W3CDTF">2026-08-29T15:50:51Z</dcterms:modified>
</cp:coreProperties>
</file>